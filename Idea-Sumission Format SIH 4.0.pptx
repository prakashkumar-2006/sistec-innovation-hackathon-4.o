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  <p:sldMasterId id="2147483779" r:id="rId2"/>
  </p:sldMasterIdLst>
  <p:sldIdLst>
    <p:sldId id="256" r:id="rId3"/>
    <p:sldId id="259" r:id="rId4"/>
    <p:sldId id="258" r:id="rId5"/>
    <p:sldId id="257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0" autoAdjust="0"/>
    <p:restoredTop sz="94660"/>
  </p:normalViewPr>
  <p:slideViewPr>
    <p:cSldViewPr snapToGrid="0">
      <p:cViewPr varScale="1">
        <p:scale>
          <a:sx n="75" d="100"/>
          <a:sy n="75" d="100"/>
        </p:scale>
        <p:origin x="43" y="7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608C05B2-2137-4103-B502-2D7000DF773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11970E-8B56-E52C-A10F-330E503D384E}"/>
              </a:ext>
            </a:extLst>
          </p:cNvPr>
          <p:cNvSpPr txBox="1"/>
          <p:nvPr userDrawn="1"/>
        </p:nvSpPr>
        <p:spPr>
          <a:xfrm>
            <a:off x="9784191" y="12005"/>
            <a:ext cx="24078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IN" sz="5400" b="0" i="0" cap="all" dirty="0">
                <a:solidFill>
                  <a:srgbClr val="C89D3B"/>
                </a:solidFill>
                <a:effectLst/>
                <a:latin typeface="Algerian" panose="04020705040A02060702" pitchFamily="82" charset="0"/>
              </a:rPr>
              <a:t>Sih</a:t>
            </a:r>
            <a:r>
              <a:rPr lang="en-IN" sz="5400" b="0" i="0" cap="all" dirty="0">
                <a:solidFill>
                  <a:srgbClr val="FFFFFF"/>
                </a:solidFill>
                <a:effectLst/>
                <a:latin typeface="Algerian" panose="04020705040A02060702" pitchFamily="82" charset="0"/>
              </a:rPr>
              <a:t> </a:t>
            </a:r>
            <a:r>
              <a:rPr lang="en-IN" sz="5400" b="0" i="0" cap="all" dirty="0">
                <a:solidFill>
                  <a:schemeClr val="accent4">
                    <a:lumMod val="50000"/>
                  </a:schemeClr>
                </a:solidFill>
                <a:effectLst/>
                <a:latin typeface="Algerian" panose="04020705040A02060702" pitchFamily="82" charset="0"/>
              </a:rPr>
              <a:t>4.0</a:t>
            </a:r>
            <a:endParaRPr lang="en-IN" sz="5400" cap="all" dirty="0">
              <a:solidFill>
                <a:schemeClr val="accent4">
                  <a:lumMod val="50000"/>
                </a:schemeClr>
              </a:solidFill>
              <a:effectLst/>
              <a:latin typeface="Algerian" panose="04020705040A02060702" pitchFamily="8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7B387A2-F5B5-A5A3-E9D1-05F3FAF168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66"/>
            <a:ext cx="1508760" cy="150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924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608C05B2-2137-4103-B502-2D7000DF773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74E08E4A-52FD-443B-8FCA-88927A866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6377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608C05B2-2137-4103-B502-2D7000DF773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74E08E4A-52FD-443B-8FCA-88927A866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4334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608C05B2-2137-4103-B502-2D7000DF773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74E08E4A-52FD-443B-8FCA-88927A866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939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608C05B2-2137-4103-B502-2D7000DF773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74E08E4A-52FD-443B-8FCA-88927A866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871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608C05B2-2137-4103-B502-2D7000DF773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74E08E4A-52FD-443B-8FCA-88927A866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666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608C05B2-2137-4103-B502-2D7000DF773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74E08E4A-52FD-443B-8FCA-88927A866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9948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608C05B2-2137-4103-B502-2D7000DF773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74E08E4A-52FD-443B-8FCA-88927A866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262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608C05B2-2137-4103-B502-2D7000DF773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74E08E4A-52FD-443B-8FCA-88927A866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916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608C05B2-2137-4103-B502-2D7000DF773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74E08E4A-52FD-443B-8FCA-88927A866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524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608C05B2-2137-4103-B502-2D7000DF773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74E08E4A-52FD-443B-8FCA-88927A866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194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608C05B2-2137-4103-B502-2D7000DF773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74E08E4A-52FD-443B-8FCA-88927A866930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844385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608C05B2-2137-4103-B502-2D7000DF773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74E08E4A-52FD-443B-8FCA-88927A866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87457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608C05B2-2137-4103-B502-2D7000DF773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74E08E4A-52FD-443B-8FCA-88927A866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5721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608C05B2-2137-4103-B502-2D7000DF773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74E08E4A-52FD-443B-8FCA-88927A866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451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608C05B2-2137-4103-B502-2D7000DF773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74E08E4A-52FD-443B-8FCA-88927A866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79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608C05B2-2137-4103-B502-2D7000DF773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74E08E4A-52FD-443B-8FCA-88927A866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9198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C3DE7-F026-201C-4B5D-70247E076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8CB2CC-0B4B-0D1D-3CF4-CFF4647E2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30CBF-B366-77FE-C568-A93DFF54F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A23E-F128-4B9C-8BD2-4878941843C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83EE4-9C72-05F2-8A1B-F172B031E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F5253-9FA1-116D-A781-DADB94546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66F06-2630-4B78-9BEA-5BEE5A8C7E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05720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29D42-9C35-4D3C-7094-0A34095B3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75C0A-2D24-82EC-B248-B565A5F14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F0739-3661-32C2-59B1-A32C1B2E1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A23E-F128-4B9C-8BD2-4878941843C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EF462-133D-314A-7EF4-54F4578A3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098AC-668A-74C8-9D7F-32A403DB0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66F06-2630-4B78-9BEA-5BEE5A8C7E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71844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8DD7E-5A41-5E6A-6B4E-2CB6C1831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2831F-ED55-999E-0020-96D7739FD0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05194-10BB-B489-4D90-702BCA0AD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A23E-F128-4B9C-8BD2-4878941843C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D285A-BDB9-B97D-6384-EC32C48A7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14C74-4396-0167-C609-B4C373E56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66F06-2630-4B78-9BEA-5BEE5A8C7E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84224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8C411-1F7B-4D94-C219-C5CE63694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7467D-5777-46D1-D40E-1F34F2E9F2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A0353A-B148-20CE-49EB-3B05C20E49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720324-2260-4EB1-9CB3-EFBCCAB00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A23E-F128-4B9C-8BD2-4878941843C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51E0B-25D3-50ED-4FA0-DDF96B536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570CF9-2467-5F14-0B35-3714EBA14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66F06-2630-4B78-9BEA-5BEE5A8C7E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13058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31F99-C7E0-5820-0A30-B5AAFC6B7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564919-FF72-1EAB-B3DB-340CDEF78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E20C6A-C766-4B7C-E30E-713275914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63745D-E877-957D-3DFF-A0D3F5D106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BA8780-B2AD-2F51-D4C2-C84157E3F5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B5BD8B-BE4F-E8FA-921A-5ABB1AF4A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A23E-F128-4B9C-8BD2-4878941843C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72C851-7A71-0A1B-B62C-B11149E6E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51F2EA-6D8A-BE87-1DCB-B311A9A04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66F06-2630-4B78-9BEA-5BEE5A8C7E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58824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2F715-9DC0-A721-3DF1-F83859109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6E8718-AFA7-E3B2-1032-C4907616F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A23E-F128-4B9C-8BD2-4878941843C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1CA828-3FEC-CB35-3081-E9E2120CE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ABA73F-F320-9B1D-3F5B-70B5F8707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66F06-2630-4B78-9BEA-5BEE5A8C7E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51630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BF6BB0-95C8-CBFA-0D33-1C2F65AA0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A23E-F128-4B9C-8BD2-4878941843C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943261-DF86-EEBE-D5A5-123D680BE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0664C-EE2E-8252-E984-22C6F1154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66F06-2630-4B78-9BEA-5BEE5A8C7E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30065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6D4FE-2C71-C712-A408-7A0C5A592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2AEE4-F61F-651D-22B4-308C76FE7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1C9AC3-C150-7819-CDBA-1632D2311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45F830-C079-61F7-6A8E-ED3463145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A23E-F128-4B9C-8BD2-4878941843C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D5B04-F212-14BB-124E-268625272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7156A8-ABA4-211C-4378-12A7EE68A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66F06-2630-4B78-9BEA-5BEE5A8C7E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1362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987B4-B3D8-5257-C707-432901CBB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E8AFAE-373F-FC76-97D4-4ACC460751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5FF283-5492-7340-C78C-A3429303FF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E43B07-E0B4-B333-5615-4A0DD85D5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A23E-F128-4B9C-8BD2-4878941843C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28C595-63D1-6026-A791-D9495BEB7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C73B84-5500-44F1-E406-714F52ED7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66F06-2630-4B78-9BEA-5BEE5A8C7E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4804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62C2D-887C-92E9-2FAA-DFE3FA7F7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6BF2CA-121B-7BA3-9111-3FC8BE94DE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51CF5-29B8-D346-0138-EBF80D909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A23E-F128-4B9C-8BD2-4878941843C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21CC3-7C14-90C2-8563-CD1CAC5F0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73CDC-F64A-F98D-F6C5-6251761B5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66F06-2630-4B78-9BEA-5BEE5A8C7E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5993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E676E4-D524-9404-D2CB-F25D887C47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9C8BB3-29DE-2934-F25E-78547CB416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0AF8D-1EA4-6966-C202-41E1F8869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A23E-F128-4B9C-8BD2-4878941843C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477BA-69B7-F58E-97B0-B0B1D62AA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13F30-CF7C-44D9-CB9B-F0DA1E671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66F06-2630-4B78-9BEA-5BEE5A8C7E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0255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7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6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07685" y="411358"/>
            <a:ext cx="8277996" cy="1400530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8BC71C1-C683-80F3-7EB7-D479B2B81834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2" y="-1673"/>
            <a:ext cx="1508760" cy="150876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C74A373-05D0-EFC2-28E1-78162F6EA9A5}"/>
              </a:ext>
            </a:extLst>
          </p:cNvPr>
          <p:cNvSpPr txBox="1"/>
          <p:nvPr userDrawn="1"/>
        </p:nvSpPr>
        <p:spPr>
          <a:xfrm>
            <a:off x="9784080" y="-1673"/>
            <a:ext cx="24079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IN" sz="5400" b="0" i="0" cap="all" dirty="0">
                <a:solidFill>
                  <a:srgbClr val="C89D3B"/>
                </a:solidFill>
                <a:effectLst/>
                <a:latin typeface="Algerian" panose="04020705040A02060702" pitchFamily="82" charset="0"/>
              </a:rPr>
              <a:t>Sih</a:t>
            </a:r>
            <a:r>
              <a:rPr lang="en-IN" sz="5400" b="0" i="0" cap="all" dirty="0">
                <a:solidFill>
                  <a:srgbClr val="FFFFFF"/>
                </a:solidFill>
                <a:effectLst/>
                <a:latin typeface="Algerian" panose="04020705040A02060702" pitchFamily="82" charset="0"/>
              </a:rPr>
              <a:t> </a:t>
            </a:r>
            <a:r>
              <a:rPr lang="en-IN" sz="5400" b="0" i="0" cap="all" dirty="0">
                <a:solidFill>
                  <a:schemeClr val="accent4">
                    <a:lumMod val="50000"/>
                  </a:schemeClr>
                </a:solidFill>
                <a:effectLst/>
                <a:latin typeface="Algerian" panose="04020705040A02060702" pitchFamily="82" charset="0"/>
              </a:rPr>
              <a:t>4.0</a:t>
            </a:r>
            <a:endParaRPr lang="en-IN" sz="5400" cap="all" dirty="0">
              <a:solidFill>
                <a:schemeClr val="accent4">
                  <a:lumMod val="50000"/>
                </a:schemeClr>
              </a:solidFill>
              <a:effectLst/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24894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  <p:sldLayoutId id="214748377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8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E1D2C7-80B4-C97A-345E-CB6DA0E68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BF6A2-3CD9-6313-BED7-D5B6732BB7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BDF0-907C-AAC6-2960-7F8F0715A2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EEA23E-F128-4B9C-8BD2-4878941843C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267FD-A366-CFD1-6B0F-6DA828843F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F144C-0334-2693-CE98-AE1B21AC53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866F06-2630-4B78-9BEA-5BEE5A8C7E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587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accent5">
                <a:lumMod val="67000"/>
              </a:schemeClr>
            </a:gs>
            <a:gs pos="48000">
              <a:schemeClr val="accent5">
                <a:lumMod val="97000"/>
                <a:lumOff val="3000"/>
              </a:schemeClr>
            </a:gs>
            <a:gs pos="100000">
              <a:schemeClr val="accent5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7457B-88A2-FA7F-547E-9FBD0E28CF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3289" y="455890"/>
            <a:ext cx="8551339" cy="1465502"/>
          </a:xfrm>
        </p:spPr>
        <p:txBody>
          <a:bodyPr/>
          <a:lstStyle/>
          <a:p>
            <a:pPr algn="ctr"/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Basic Details of the Team </a:t>
            </a:r>
            <a:b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&amp; Problem Statement</a:t>
            </a:r>
            <a:endParaRPr lang="en-IN" sz="5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495E2D-F839-76BF-2C43-1AE8731A0C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682" y="2086493"/>
            <a:ext cx="11355700" cy="450549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200000"/>
              </a:lnSpc>
              <a:spcBef>
                <a:spcPts val="300"/>
              </a:spcBef>
              <a:spcAft>
                <a:spcPts val="300"/>
              </a:spcAft>
              <a:buClr>
                <a:schemeClr val="lt2"/>
              </a:buClr>
              <a:buSzPts val="1800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Franklin Gothic"/>
              </a:rPr>
              <a:t>Organization Name:</a:t>
            </a:r>
          </a:p>
          <a:p>
            <a:pPr>
              <a:lnSpc>
                <a:spcPct val="200000"/>
              </a:lnSpc>
              <a:spcBef>
                <a:spcPts val="300"/>
              </a:spcBef>
              <a:spcAft>
                <a:spcPts val="300"/>
              </a:spcAft>
              <a:buClr>
                <a:schemeClr val="lt2"/>
              </a:buClr>
              <a:buSzPts val="1800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Franklin Gothic"/>
              </a:rPr>
              <a:t>PS Code:</a:t>
            </a:r>
          </a:p>
          <a:p>
            <a:pPr>
              <a:lnSpc>
                <a:spcPct val="200000"/>
              </a:lnSpc>
              <a:spcBef>
                <a:spcPts val="300"/>
              </a:spcBef>
              <a:spcAft>
                <a:spcPts val="300"/>
              </a:spcAft>
              <a:buClr>
                <a:schemeClr val="lt2"/>
              </a:buClr>
              <a:buSzPts val="1800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Franklin Gothic"/>
              </a:rPr>
              <a:t>Problem Statement Title:</a:t>
            </a:r>
          </a:p>
          <a:p>
            <a:pPr>
              <a:lnSpc>
                <a:spcPct val="200000"/>
              </a:lnSpc>
              <a:spcBef>
                <a:spcPts val="300"/>
              </a:spcBef>
              <a:spcAft>
                <a:spcPts val="300"/>
              </a:spcAft>
              <a:buClr>
                <a:schemeClr val="lt2"/>
              </a:buClr>
              <a:buSzPts val="1800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Franklin Gothic"/>
              </a:rPr>
              <a:t>Team Name:</a:t>
            </a:r>
          </a:p>
          <a:p>
            <a:pPr>
              <a:lnSpc>
                <a:spcPct val="200000"/>
              </a:lnSpc>
              <a:spcBef>
                <a:spcPts val="300"/>
              </a:spcBef>
              <a:spcAft>
                <a:spcPts val="300"/>
              </a:spcAft>
              <a:buClr>
                <a:schemeClr val="lt2"/>
              </a:buClr>
              <a:buSzPts val="1800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Franklin Gothic"/>
              </a:rPr>
              <a:t>Team Leader Name:</a:t>
            </a:r>
          </a:p>
          <a:p>
            <a:pPr>
              <a:lnSpc>
                <a:spcPct val="200000"/>
              </a:lnSpc>
              <a:spcBef>
                <a:spcPts val="300"/>
              </a:spcBef>
              <a:spcAft>
                <a:spcPts val="300"/>
              </a:spcAft>
              <a:buClr>
                <a:schemeClr val="lt2"/>
              </a:buClr>
              <a:buSzPts val="1800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Franklin Gothic"/>
              </a:rPr>
              <a:t>Institute Name:</a:t>
            </a:r>
          </a:p>
          <a:p>
            <a:pPr>
              <a:lnSpc>
                <a:spcPct val="200000"/>
              </a:lnSpc>
              <a:spcBef>
                <a:spcPts val="300"/>
              </a:spcBef>
              <a:spcAft>
                <a:spcPts val="300"/>
              </a:spcAft>
              <a:buClr>
                <a:schemeClr val="lt2"/>
              </a:buClr>
              <a:buSzPts val="1800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Franklin Gothic"/>
              </a:rPr>
              <a:t>Theme Name: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BF2D88-9D09-0409-2905-614A5D69070A}"/>
              </a:ext>
            </a:extLst>
          </p:cNvPr>
          <p:cNvSpPr txBox="1"/>
          <p:nvPr/>
        </p:nvSpPr>
        <p:spPr>
          <a:xfrm>
            <a:off x="9667703" y="-5775"/>
            <a:ext cx="2643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IN" sz="5400" b="0" i="0" cap="all" dirty="0">
                <a:solidFill>
                  <a:srgbClr val="C89D3B"/>
                </a:solidFill>
                <a:effectLst/>
                <a:latin typeface="Algerian" panose="04020705040A02060702" pitchFamily="82" charset="0"/>
              </a:rPr>
              <a:t>Sih</a:t>
            </a:r>
            <a:r>
              <a:rPr lang="en-IN" sz="5400" b="0" i="0" cap="all" dirty="0">
                <a:solidFill>
                  <a:srgbClr val="FFFFFF"/>
                </a:solidFill>
                <a:effectLst/>
                <a:latin typeface="Algerian" panose="04020705040A02060702" pitchFamily="82" charset="0"/>
              </a:rPr>
              <a:t> </a:t>
            </a:r>
            <a:r>
              <a:rPr lang="en-IN" sz="5400" b="0" i="0" cap="all" dirty="0">
                <a:solidFill>
                  <a:schemeClr val="accent4">
                    <a:lumMod val="50000"/>
                  </a:schemeClr>
                </a:solidFill>
                <a:effectLst/>
                <a:latin typeface="Algerian" panose="04020705040A02060702" pitchFamily="82" charset="0"/>
              </a:rPr>
              <a:t>4.0</a:t>
            </a:r>
            <a:endParaRPr lang="en-IN" sz="5400" cap="all" dirty="0">
              <a:solidFill>
                <a:schemeClr val="accent4">
                  <a:lumMod val="50000"/>
                </a:schemeClr>
              </a:solidFill>
              <a:effectLst/>
              <a:latin typeface="Algerian" panose="04020705040A02060702" pitchFamily="8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BFBEED-3894-3576-A08C-BFA577ED8A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8" y="0"/>
            <a:ext cx="1463040" cy="131063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0445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67000"/>
              </a:schemeClr>
            </a:gs>
            <a:gs pos="48000">
              <a:schemeClr val="accent5">
                <a:lumMod val="97000"/>
                <a:lumOff val="3000"/>
              </a:schemeClr>
            </a:gs>
            <a:gs pos="100000">
              <a:schemeClr val="accent5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2F1E2-B6AF-FD59-F011-A33304D03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082" y="436881"/>
            <a:ext cx="8277996" cy="934719"/>
          </a:xfrm>
        </p:spPr>
        <p:txBody>
          <a:bodyPr/>
          <a:lstStyle/>
          <a:p>
            <a:pPr algn="ctr"/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Idea/Approach Details</a:t>
            </a:r>
            <a:endParaRPr lang="en-IN" sz="5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34D43-D958-4942-495C-0EBEE34E1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5168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67000"/>
              </a:schemeClr>
            </a:gs>
            <a:gs pos="48000">
              <a:schemeClr val="accent5">
                <a:lumMod val="97000"/>
                <a:lumOff val="3000"/>
              </a:schemeClr>
            </a:gs>
            <a:gs pos="100000">
              <a:schemeClr val="accent5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C006D-61E8-28FA-D783-F5FF83DA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Flow</a:t>
            </a:r>
            <a:br>
              <a:rPr lang="en-US" dirty="0"/>
            </a:b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598759-B5DC-8D93-7830-17D2C004F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7897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67000"/>
              </a:schemeClr>
            </a:gs>
            <a:gs pos="48000">
              <a:schemeClr val="accent5">
                <a:lumMod val="97000"/>
                <a:lumOff val="3000"/>
              </a:schemeClr>
            </a:gs>
            <a:gs pos="100000">
              <a:schemeClr val="accent5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F7D24-2C60-59BF-1AA7-5937AC7D9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  <a:endParaRPr lang="en-IN" sz="5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291DA7-65FD-B9B5-AEF5-57C4474C7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5652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67000"/>
              </a:schemeClr>
            </a:gs>
            <a:gs pos="48000">
              <a:schemeClr val="accent5">
                <a:lumMod val="97000"/>
                <a:lumOff val="3000"/>
              </a:schemeClr>
            </a:gs>
            <a:gs pos="100000">
              <a:schemeClr val="accent5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E4F92-E240-0974-C418-DEF48B346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Idea/Approach Details</a:t>
            </a:r>
            <a:endParaRPr lang="en-IN" sz="5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150511E-6A69-596A-90C6-A84ADA96A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0197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67000"/>
              </a:schemeClr>
            </a:gs>
            <a:gs pos="48000">
              <a:schemeClr val="accent5">
                <a:lumMod val="97000"/>
                <a:lumOff val="3000"/>
              </a:schemeClr>
            </a:gs>
            <a:gs pos="100000">
              <a:schemeClr val="accent5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3558F-BA3F-963D-3056-CECA1DB88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8154" y="641604"/>
            <a:ext cx="8825659" cy="1024636"/>
          </a:xfrm>
        </p:spPr>
        <p:txBody>
          <a:bodyPr/>
          <a:lstStyle/>
          <a:p>
            <a:pPr algn="ctr"/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Team Member’s Details </a:t>
            </a:r>
            <a:endParaRPr lang="en-IN" sz="5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560FFB2-F607-7348-7407-2674CFE73C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3834" y="5160264"/>
            <a:ext cx="8825659" cy="870204"/>
          </a:xfrm>
        </p:spPr>
        <p:txBody>
          <a:bodyPr>
            <a:normAutofit lnSpcReduction="10000"/>
          </a:bodyPr>
          <a:lstStyle/>
          <a:p>
            <a:pPr algn="ctr"/>
            <a:r>
              <a:rPr lang="en-IN" sz="54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Team Mentor’s Details </a:t>
            </a:r>
          </a:p>
          <a:p>
            <a:endParaRPr lang="en-IN" dirty="0"/>
          </a:p>
        </p:txBody>
      </p:sp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2D301C75-E41D-AF54-A9EF-9280218219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7594485"/>
              </p:ext>
            </p:extLst>
          </p:nvPr>
        </p:nvGraphicFramePr>
        <p:xfrm>
          <a:off x="609600" y="1645920"/>
          <a:ext cx="10976825" cy="3396996"/>
        </p:xfrm>
        <a:graphic>
          <a:graphicData uri="http://schemas.openxmlformats.org/drawingml/2006/table">
            <a:tbl>
              <a:tblPr firstRow="1" bandRow="1"/>
              <a:tblGrid>
                <a:gridCol w="872494">
                  <a:extLst>
                    <a:ext uri="{9D8B030D-6E8A-4147-A177-3AD203B41FA5}">
                      <a16:colId xmlns:a16="http://schemas.microsoft.com/office/drawing/2014/main" val="150478804"/>
                    </a:ext>
                  </a:extLst>
                </a:gridCol>
                <a:gridCol w="2758812">
                  <a:extLst>
                    <a:ext uri="{9D8B030D-6E8A-4147-A177-3AD203B41FA5}">
                      <a16:colId xmlns:a16="http://schemas.microsoft.com/office/drawing/2014/main" val="1652824826"/>
                    </a:ext>
                  </a:extLst>
                </a:gridCol>
                <a:gridCol w="2657083">
                  <a:extLst>
                    <a:ext uri="{9D8B030D-6E8A-4147-A177-3AD203B41FA5}">
                      <a16:colId xmlns:a16="http://schemas.microsoft.com/office/drawing/2014/main" val="2910726309"/>
                    </a:ext>
                  </a:extLst>
                </a:gridCol>
                <a:gridCol w="1847118">
                  <a:extLst>
                    <a:ext uri="{9D8B030D-6E8A-4147-A177-3AD203B41FA5}">
                      <a16:colId xmlns:a16="http://schemas.microsoft.com/office/drawing/2014/main" val="4067934518"/>
                    </a:ext>
                  </a:extLst>
                </a:gridCol>
                <a:gridCol w="2841318">
                  <a:extLst>
                    <a:ext uri="{9D8B030D-6E8A-4147-A177-3AD203B41FA5}">
                      <a16:colId xmlns:a16="http://schemas.microsoft.com/office/drawing/2014/main" val="2783791668"/>
                    </a:ext>
                  </a:extLst>
                </a:gridCol>
              </a:tblGrid>
              <a:tr h="62236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Sr. No.</a:t>
                      </a:r>
                    </a:p>
                  </a:txBody>
                  <a:tcPr>
                    <a:lnL w="12700" cmpd="sng">
                      <a:solidFill>
                        <a:srgbClr val="1E1E1E"/>
                      </a:solidFill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A06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 of Team Member</a:t>
                      </a:r>
                      <a:r>
                        <a:rPr lang="en-US" baseline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endParaRPr lang="en-US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A06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Branch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A06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Stream</a:t>
                      </a:r>
                      <a:endParaRPr lang="en-US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A06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Year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A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894901"/>
                  </a:ext>
                </a:extLst>
              </a:tr>
              <a:tr h="5549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</a:t>
                      </a:r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mpd="sng">
                      <a:solidFill>
                        <a:srgbClr val="1E1E1E"/>
                      </a:solidFill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Team Leader Name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B.Tech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Any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Year(I, II, III, IV)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390435"/>
                  </a:ext>
                </a:extLst>
              </a:tr>
              <a:tr h="5549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2.</a:t>
                      </a:r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mpd="sng">
                      <a:solidFill>
                        <a:srgbClr val="1E1E1E"/>
                      </a:solidFill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Team Member 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US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B.Tech</a:t>
                      </a:r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US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Any</a:t>
                      </a:r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Year(I, II, III, IV)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38833"/>
                  </a:ext>
                </a:extLst>
              </a:tr>
              <a:tr h="5549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3.</a:t>
                      </a:r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mpd="sng">
                      <a:solidFill>
                        <a:srgbClr val="1E1E1E"/>
                      </a:solidFill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Team Member 2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US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B.Tech</a:t>
                      </a:r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US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Any</a:t>
                      </a:r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Year(I, II, III, IV)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435877"/>
                  </a:ext>
                </a:extLst>
              </a:tr>
              <a:tr h="5549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4.</a:t>
                      </a:r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mpd="sng">
                      <a:solidFill>
                        <a:srgbClr val="1E1E1E"/>
                      </a:solidFill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Team Member 3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US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B.Tech</a:t>
                      </a:r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US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Any</a:t>
                      </a:r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Year(I, II, III, IV)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909498"/>
                  </a:ext>
                </a:extLst>
              </a:tr>
              <a:tr h="5549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5.</a:t>
                      </a:r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mpd="sng">
                      <a:solidFill>
                        <a:srgbClr val="1E1E1E"/>
                      </a:solidFill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Team Member 4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B.Tech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Any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Year(I, II, III, IV)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881488"/>
                  </a:ext>
                </a:extLst>
              </a:tr>
            </a:tbl>
          </a:graphicData>
        </a:graphic>
      </p:graphicFrame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C0F0DC50-8E24-AFC5-4337-5B638EEC1A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6289605"/>
              </p:ext>
            </p:extLst>
          </p:nvPr>
        </p:nvGraphicFramePr>
        <p:xfrm>
          <a:off x="609600" y="5684083"/>
          <a:ext cx="10972800" cy="927466"/>
        </p:xfrm>
        <a:graphic>
          <a:graphicData uri="http://schemas.openxmlformats.org/drawingml/2006/table">
            <a:tbl>
              <a:tblPr firstRow="1" bandRow="1"/>
              <a:tblGrid>
                <a:gridCol w="1187260">
                  <a:extLst>
                    <a:ext uri="{9D8B030D-6E8A-4147-A177-3AD203B41FA5}">
                      <a16:colId xmlns:a16="http://schemas.microsoft.com/office/drawing/2014/main" val="388580251"/>
                    </a:ext>
                  </a:extLst>
                </a:gridCol>
                <a:gridCol w="2608446">
                  <a:extLst>
                    <a:ext uri="{9D8B030D-6E8A-4147-A177-3AD203B41FA5}">
                      <a16:colId xmlns:a16="http://schemas.microsoft.com/office/drawing/2014/main" val="2612329637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151322431"/>
                    </a:ext>
                  </a:extLst>
                </a:gridCol>
                <a:gridCol w="1925053">
                  <a:extLst>
                    <a:ext uri="{9D8B030D-6E8A-4147-A177-3AD203B41FA5}">
                      <a16:colId xmlns:a16="http://schemas.microsoft.com/office/drawing/2014/main" val="2427555731"/>
                    </a:ext>
                  </a:extLst>
                </a:gridCol>
                <a:gridCol w="2691721">
                  <a:extLst>
                    <a:ext uri="{9D8B030D-6E8A-4147-A177-3AD203B41FA5}">
                      <a16:colId xmlns:a16="http://schemas.microsoft.com/office/drawing/2014/main" val="3087537576"/>
                    </a:ext>
                  </a:extLst>
                </a:gridCol>
              </a:tblGrid>
              <a:tr h="48333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Sr. No.</a:t>
                      </a:r>
                    </a:p>
                  </a:txBody>
                  <a:tcPr>
                    <a:lnL w="12700" cmpd="sng">
                      <a:solidFill>
                        <a:srgbClr val="1E1E1E"/>
                      </a:solidFill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A06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 of Mentor 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A06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Category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A06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US" sz="18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Expertise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A06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US" sz="18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Domain Experience </a:t>
                      </a:r>
                    </a:p>
                  </a:txBody>
                  <a:tcPr>
                    <a:lnL>
                      <a:noFill/>
                    </a:lnL>
                    <a:lnR w="12700" cmpd="sng">
                      <a:solidFill>
                        <a:srgbClr val="1E1E1E"/>
                      </a:solidFill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A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848187"/>
                  </a:ext>
                </a:extLst>
              </a:tr>
              <a:tr h="44413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IN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mpd="sng">
                      <a:solidFill>
                        <a:srgbClr val="1E1E1E"/>
                      </a:solidFill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Team Mentor 1 Name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IN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Academic/Industry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IN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ML/Blockchain etc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IN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Domain </a:t>
                      </a:r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Experience in Year</a:t>
                      </a:r>
                    </a:p>
                  </a:txBody>
                  <a:tcPr>
                    <a:lnL>
                      <a:noFill/>
                    </a:lnL>
                    <a:lnR w="12700" cmpd="sng">
                      <a:solidFill>
                        <a:srgbClr val="1E1E1E"/>
                      </a:solidFill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202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29201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220</TotalTime>
  <Words>187</Words>
  <Application>Microsoft Office PowerPoint</Application>
  <PresentationFormat>Widescreen</PresentationFormat>
  <Paragraphs>55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Algerian</vt:lpstr>
      <vt:lpstr>Arial</vt:lpstr>
      <vt:lpstr>Calibri</vt:lpstr>
      <vt:lpstr>Calibri Light</vt:lpstr>
      <vt:lpstr>Century Gothic</vt:lpstr>
      <vt:lpstr>Times New Roman</vt:lpstr>
      <vt:lpstr>Wingdings 3</vt:lpstr>
      <vt:lpstr>Ion</vt:lpstr>
      <vt:lpstr>Custom Design</vt:lpstr>
      <vt:lpstr>Basic Details of the Team  &amp; Problem Statement</vt:lpstr>
      <vt:lpstr>Idea/Approach Details</vt:lpstr>
      <vt:lpstr>Process Flow </vt:lpstr>
      <vt:lpstr>Technology Stack</vt:lpstr>
      <vt:lpstr>Idea/Approach Details</vt:lpstr>
      <vt:lpstr>Team Member’s Details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Shivam Kumar Maurya</dc:creator>
  <cp:lastModifiedBy>Shivam Kumar Maurya</cp:lastModifiedBy>
  <cp:revision>1</cp:revision>
  <dcterms:created xsi:type="dcterms:W3CDTF">2026-07-19T19:53:41Z</dcterms:created>
  <dcterms:modified xsi:type="dcterms:W3CDTF">2026-07-19T23:34:27Z</dcterms:modified>
</cp:coreProperties>
</file>